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Dela Gothic One" panose="020B0604020202020204" charset="-128"/>
      <p:regular r:id="rId8"/>
    </p:embeddedFon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DM Sans" pitchFamily="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1B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75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68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9271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313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776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515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6878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1225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108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9297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38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2006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0971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83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81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231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164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79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351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01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392734"/>
            <a:ext cx="6091238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YouTube Data Pipeline — ETL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2108969"/>
            <a:ext cx="8196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Projet de Data Engineering end-to-end simulant une architecture industrielle. 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3943" y="2477988"/>
            <a:ext cx="8196114" cy="127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Rôle : </a:t>
            </a: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Engineer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concevoir un pipeline complet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</a:t>
            </a: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Data API v3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Flux : Extraction → Transformation → Chargement → Visualisation BI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 : Python · YouTube Data API v3 · Power BI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Auteur : Mohamed Amine Bouali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01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243757"/>
            <a:ext cx="750279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Étape 1 — Environnement &amp; configuration API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943" y="1938486"/>
            <a:ext cx="331001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Préparation de l'environnement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2296492"/>
            <a:ext cx="3932858" cy="155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Créer un env virtuel Python (venv / conda)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Installer dépendances :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projet recommandée :         </a:t>
            </a:r>
            <a:endParaRPr lang="en-US" sz="10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data/processed/</a:t>
            </a:r>
            <a:endParaRPr lang="en-US" sz="10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(variables sensibles)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1962" y="1938486"/>
            <a:ext cx="292715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Configuration YouTube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41962" y="2296492"/>
            <a:ext cx="3932858" cy="144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Créer projet sur Google Cloud Platform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Activer YouTube Data API v3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Générer </a:t>
            </a: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API_KEY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et stocker dans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(CHANNEL_HANDLE, API_KEY)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Respecter quotas : </a:t>
            </a: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10 000 unités / jour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0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 50 résultats / requête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01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94581"/>
            <a:ext cx="715081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Étape 2 — Extraction des données (Extract)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943" y="1321668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1532632"/>
            <a:ext cx="4030340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5" name="Text 3"/>
          <p:cNvSpPr/>
          <p:nvPr/>
        </p:nvSpPr>
        <p:spPr>
          <a:xfrm>
            <a:off x="473943" y="1638374"/>
            <a:ext cx="403034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1 — Récupération de la playlist Uploads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164854"/>
            <a:ext cx="403034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Endpoint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obtenir l'ID de la playlist Uploads via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get_playlist_id(channel_handle)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39642" y="1321668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9642" y="1532632"/>
            <a:ext cx="4030414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9" name="Text 7"/>
          <p:cNvSpPr/>
          <p:nvPr/>
        </p:nvSpPr>
        <p:spPr>
          <a:xfrm>
            <a:off x="4639642" y="1638374"/>
            <a:ext cx="358757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2 — Extraction des videoIds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9642" y="1942207"/>
            <a:ext cx="40304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Endpoint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playlistItems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avec pagination (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nextPageToken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 ; fonction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get_all_video_ids(playlist_id)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boucle jusqu'à exhaustion.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3943" y="2844626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943" y="3055590"/>
            <a:ext cx="4030340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3" name="Text 11"/>
          <p:cNvSpPr/>
          <p:nvPr/>
        </p:nvSpPr>
        <p:spPr>
          <a:xfrm>
            <a:off x="473943" y="3161333"/>
            <a:ext cx="403034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3 — Données vidéo détaillées (batch)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3943" y="3687812"/>
            <a:ext cx="4030340" cy="65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Endpoint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videos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: traiter par lots de 50 IDs via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get_all_videos_dataset(all_video_ids)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Extraire : titre, date_publ, durée, vues, likes, commentaires.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39642" y="2844626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9642" y="3055590"/>
            <a:ext cx="4030414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7" name="Text 15"/>
          <p:cNvSpPr/>
          <p:nvPr/>
        </p:nvSpPr>
        <p:spPr>
          <a:xfrm>
            <a:off x="4639642" y="3161333"/>
            <a:ext cx="204549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Persistance initiale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39642" y="3465165"/>
            <a:ext cx="403041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Sauvegarde brute :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data/raw/youtube_raw_data.json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horodatage et métadonnées de requête pour traçabilité.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01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14375"/>
            <a:ext cx="678715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Étape 3 — Transformation &amp; Chargement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943" y="1409105"/>
            <a:ext cx="393285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Transformations principales (src/transform.py)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1989758"/>
            <a:ext cx="3932858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Lecture JSON brut → conversion en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pandas.DataFrame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Normalisation :         </a:t>
            </a:r>
            <a:endParaRPr lang="en-US" sz="10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Dates : ISO 8601 →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Durées : from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PT#H#M#S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secondes entières</a:t>
            </a:r>
            <a:endParaRPr lang="en-US" sz="10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Métriques : cast string → int (vues, likes, commentaires)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Gestion NA :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fillna(0)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pour métriques, préserver champs textuels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 final :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data/processed/youtube_data.csv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1962" y="1409105"/>
            <a:ext cx="246541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Orchestration (main.py)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41962" y="1767111"/>
            <a:ext cx="3932858" cy="156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get_playlist_id()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get_all_video_ids()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get_all_videos_dataset()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 startAt="5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save_data_to_json()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 startAt="6"/>
            </a:pP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transform_and_save()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41962" y="3484811"/>
            <a:ext cx="3932858" cy="791989"/>
          </a:xfrm>
          <a:prstGeom prst="roundRect">
            <a:avLst>
              <a:gd name="adj" fmla="val 7181"/>
            </a:avLst>
          </a:prstGeom>
          <a:solidFill>
            <a:srgbClr val="46070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321" y="3687887"/>
            <a:ext cx="169218" cy="1353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81898" y="3653954"/>
            <a:ext cx="335756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Ajouter logs structurés et gestion d'erreurs (réessais exponentiels sur 429 / timeouts).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01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74551"/>
            <a:ext cx="8049741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Étape 4 — Visualisation Power BI &amp; perspectives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201638"/>
            <a:ext cx="338510" cy="338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170936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Dashboards clés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3943" y="2013198"/>
            <a:ext cx="40134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Importer </a:t>
            </a:r>
            <a:r>
              <a:rPr lang="en-US" sz="10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youtube_data.csv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dans Power BI.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3943" y="2315840"/>
            <a:ext cx="4013448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vidéos : vues · likes · commentaires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Évolution temporelle : série chronologique des vues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 d'engagement : likes/vues · comments/vues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vidéos : filtres par période et growth rate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609" y="1201638"/>
            <a:ext cx="338510" cy="338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6609" y="1709365"/>
            <a:ext cx="297172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Perspectives d'amélioration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656609" y="2013198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Évolutivité, fiabilité et observabilité.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656609" y="2311078"/>
            <a:ext cx="4013448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: containeriser pipeline pour portabilité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Apache Airflow : planification &amp; dépendances, backfills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/ Data Warehouse : persistance relationnelle / ELT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: métriques pipeline, alerting sur latence et quotas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3943" y="3939332"/>
            <a:ext cx="8196114" cy="10120"/>
          </a:xfrm>
          <a:prstGeom prst="rect">
            <a:avLst/>
          </a:prstGeom>
          <a:solidFill>
            <a:srgbClr val="FFE5E5">
              <a:alpha val="5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73943" y="4135562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Prochaine étape recommandée : prototype Docker + DAG Airflow minimal (ingest → transform → store) pour valider contraintes de quota et latence.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568</Words>
  <Application>Microsoft Office PowerPoint</Application>
  <PresentationFormat>On-screen Show (16:9)</PresentationFormat>
  <Paragraphs>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Consolas</vt:lpstr>
      <vt:lpstr>Calibri Light</vt:lpstr>
      <vt:lpstr>Dela Gothic One</vt:lpstr>
      <vt:lpstr>Calibri</vt:lpstr>
      <vt:lpstr>DM Sans</vt:lpstr>
      <vt:lpstr>Dela Gothic One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med ami</cp:lastModifiedBy>
  <cp:revision>2</cp:revision>
  <dcterms:created xsi:type="dcterms:W3CDTF">2026-05-06T10:35:32Z</dcterms:created>
  <dcterms:modified xsi:type="dcterms:W3CDTF">2026-05-06T10:43:10Z</dcterms:modified>
</cp:coreProperties>
</file>